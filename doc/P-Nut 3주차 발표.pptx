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handoutMasterIdLst>
    <p:handoutMasterId r:id="rId16"/>
  </p:handoutMasterIdLst>
  <p:sldIdLst>
    <p:sldId id="298" r:id="rId2"/>
    <p:sldId id="302" r:id="rId3"/>
    <p:sldId id="303" r:id="rId4"/>
    <p:sldId id="306" r:id="rId5"/>
    <p:sldId id="315" r:id="rId6"/>
    <p:sldId id="316" r:id="rId7"/>
    <p:sldId id="317" r:id="rId8"/>
    <p:sldId id="318" r:id="rId9"/>
    <p:sldId id="319" r:id="rId10"/>
    <p:sldId id="320" r:id="rId11"/>
    <p:sldId id="322" r:id="rId12"/>
    <p:sldId id="321" r:id="rId13"/>
    <p:sldId id="305" r:id="rId14"/>
    <p:sldId id="308" r:id="rId15"/>
  </p:sldIdLst>
  <p:sldSz cx="12192000" cy="6858000"/>
  <p:notesSz cx="6858000" cy="9144000"/>
  <p:embeddedFontLst>
    <p:embeddedFont>
      <p:font typeface="HY강M" pitchFamily="18" charset="-127"/>
      <p:regular r:id="rId17"/>
    </p:embeddedFont>
    <p:embeddedFont>
      <p:font typeface="나눔스퀘어라운드 Regular" charset="-127"/>
      <p:regular r:id="rId18"/>
    </p:embeddedFont>
    <p:embeddedFont>
      <p:font typeface="HY강B" pitchFamily="18" charset="-127"/>
      <p:regular r:id="rId19"/>
    </p:embeddedFont>
    <p:embeddedFont>
      <p:font typeface="HY나무B" pitchFamily="18" charset="-127"/>
      <p:regular r:id="rId20"/>
    </p:embeddedFont>
    <p:embeddedFont>
      <p:font typeface="맑은 고딕" pitchFamily="50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A35A"/>
    <a:srgbClr val="C6A97B"/>
    <a:srgbClr val="FEFEF4"/>
    <a:srgbClr val="F2F4F3"/>
    <a:srgbClr val="E4E8E7"/>
    <a:srgbClr val="DDC69D"/>
    <a:srgbClr val="FDFDDF"/>
    <a:srgbClr val="525252"/>
    <a:srgbClr val="FCFBFA"/>
    <a:srgbClr val="F8F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74" y="186"/>
      </p:cViewPr>
      <p:guideLst>
        <p:guide orient="horz" pos="216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624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513BA-3E82-4812-9926-DD5B40EAAC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C2647-C259-4EB5-84B8-93A3F8E54DE7}" type="datetimeFigureOut">
              <a:rPr lang="ko-KR" altLang="en-US" smtClean="0"/>
              <a:t>2021-03-04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66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2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00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23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26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76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9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래픽 4" descr="나뭇잎">
            <a:extLst>
              <a:ext uri="{FF2B5EF4-FFF2-40B4-BE49-F238E27FC236}">
                <a16:creationId xmlns="" xmlns:a16="http://schemas.microsoft.com/office/drawing/2014/main" id="{12D68E71-66F0-43BA-9140-D3FD060F62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6380" y="136524"/>
            <a:ext cx="722457" cy="72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6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97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26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36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63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1C398-EBCC-4210-8AFD-1D056CED0821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9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3.png"/><Relationship Id="rId17" Type="http://schemas.openxmlformats.org/officeDocument/2006/relationships/image" Target="../media/image19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5" Type="http://schemas.openxmlformats.org/officeDocument/2006/relationships/image" Target="../media/image10.png"/><Relationship Id="rId1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10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3A25C8BC-95B7-4DB6-9377-E0C2F6995E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6" b="3631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076A805D-3663-436E-9094-3A3B19B64BA7}"/>
              </a:ext>
            </a:extLst>
          </p:cNvPr>
          <p:cNvSpPr/>
          <p:nvPr/>
        </p:nvSpPr>
        <p:spPr>
          <a:xfrm>
            <a:off x="3823854" y="0"/>
            <a:ext cx="8368145" cy="6858000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244999-B61A-4D76-A124-162D24C648D6}"/>
              </a:ext>
            </a:extLst>
          </p:cNvPr>
          <p:cNvSpPr txBox="1"/>
          <p:nvPr/>
        </p:nvSpPr>
        <p:spPr>
          <a:xfrm>
            <a:off x="4091709" y="4117389"/>
            <a:ext cx="19639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P-Nut</a:t>
            </a:r>
            <a:endParaRPr lang="ko-KR" altLang="en-US" sz="6000" b="1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4AD19C72-A2A0-4596-9163-847FC3B86106}"/>
              </a:ext>
            </a:extLst>
          </p:cNvPr>
          <p:cNvCxnSpPr>
            <a:cxnSpLocks/>
          </p:cNvCxnSpPr>
          <p:nvPr/>
        </p:nvCxnSpPr>
        <p:spPr>
          <a:xfrm>
            <a:off x="4091709" y="3897748"/>
            <a:ext cx="5918836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C8C5772-6A37-418F-A3AD-D1FC6827C69F}"/>
              </a:ext>
            </a:extLst>
          </p:cNvPr>
          <p:cNvSpPr txBox="1"/>
          <p:nvPr/>
        </p:nvSpPr>
        <p:spPr>
          <a:xfrm>
            <a:off x="6532544" y="5146477"/>
            <a:ext cx="3371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>
                    <a:alpha val="60000"/>
                  </a:schemeClr>
                </a:solidFill>
                <a:latin typeface="HY강B" pitchFamily="18" charset="-127"/>
                <a:ea typeface="HY강B" pitchFamily="18" charset="-127"/>
              </a:rPr>
              <a:t>2</a:t>
            </a:r>
            <a:r>
              <a:rPr lang="ko-KR" altLang="en-US" sz="2800" b="1" dirty="0" smtClean="0">
                <a:solidFill>
                  <a:schemeClr val="bg1">
                    <a:alpha val="60000"/>
                  </a:schemeClr>
                </a:solidFill>
                <a:latin typeface="HY강B" pitchFamily="18" charset="-127"/>
                <a:ea typeface="HY강B" pitchFamily="18" charset="-127"/>
              </a:rPr>
              <a:t>조 손석현  탁강현</a:t>
            </a:r>
            <a:endParaRPr lang="ko-KR" altLang="en-US" sz="2800" b="1" dirty="0">
              <a:solidFill>
                <a:schemeClr val="bg1">
                  <a:alpha val="60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7" name="그래픽 6" descr="나뭇잎">
            <a:extLst>
              <a:ext uri="{FF2B5EF4-FFF2-40B4-BE49-F238E27FC236}">
                <a16:creationId xmlns="" xmlns:a16="http://schemas.microsoft.com/office/drawing/2014/main" id="{6CF7FAAF-4860-4EC4-B955-2CBFD177B9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3637" y="27762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8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0815533F-2873-4AA3-BFCC-6D8E3DF7ED5F}"/>
              </a:ext>
            </a:extLst>
          </p:cNvPr>
          <p:cNvSpPr/>
          <p:nvPr/>
        </p:nvSpPr>
        <p:spPr>
          <a:xfrm>
            <a:off x="3823855" y="0"/>
            <a:ext cx="8368145" cy="6858000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BE2A7FC0-EF40-4CE0-B597-5D965AE43EE5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2892069-F950-4415-B2B0-DA0EEC6B1BC0}"/>
              </a:ext>
            </a:extLst>
          </p:cNvPr>
          <p:cNvSpPr txBox="1"/>
          <p:nvPr/>
        </p:nvSpPr>
        <p:spPr>
          <a:xfrm flipH="1">
            <a:off x="4089041" y="2687853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업무흐름도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AA9426E-B08C-48DB-8297-C7E312BE952F}"/>
              </a:ext>
            </a:extLst>
          </p:cNvPr>
          <p:cNvSpPr txBox="1"/>
          <p:nvPr/>
        </p:nvSpPr>
        <p:spPr>
          <a:xfrm>
            <a:off x="3167507" y="1409690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75923EE1-4BA6-40F9-AFBD-09A8B779C05D}"/>
              </a:ext>
            </a:extLst>
          </p:cNvPr>
          <p:cNvSpPr txBox="1"/>
          <p:nvPr/>
        </p:nvSpPr>
        <p:spPr>
          <a:xfrm>
            <a:off x="378460" y="25874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목차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AA9426E-B08C-48DB-8297-C7E312BE952F}"/>
              </a:ext>
            </a:extLst>
          </p:cNvPr>
          <p:cNvSpPr txBox="1"/>
          <p:nvPr/>
        </p:nvSpPr>
        <p:spPr>
          <a:xfrm>
            <a:off x="3167507" y="2610631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AA9426E-B08C-48DB-8297-C7E312BE952F}"/>
              </a:ext>
            </a:extLst>
          </p:cNvPr>
          <p:cNvSpPr txBox="1"/>
          <p:nvPr/>
        </p:nvSpPr>
        <p:spPr>
          <a:xfrm>
            <a:off x="3167507" y="3701669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AA9426E-B08C-48DB-8297-C7E312BE952F}"/>
              </a:ext>
            </a:extLst>
          </p:cNvPr>
          <p:cNvSpPr txBox="1"/>
          <p:nvPr/>
        </p:nvSpPr>
        <p:spPr>
          <a:xfrm>
            <a:off x="3167507" y="4847862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2892069-F950-4415-B2B0-DA0EEC6B1BC0}"/>
              </a:ext>
            </a:extLst>
          </p:cNvPr>
          <p:cNvSpPr txBox="1"/>
          <p:nvPr/>
        </p:nvSpPr>
        <p:spPr>
          <a:xfrm flipH="1">
            <a:off x="4096073" y="3794002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2892069-F950-4415-B2B0-DA0EEC6B1BC0}"/>
              </a:ext>
            </a:extLst>
          </p:cNvPr>
          <p:cNvSpPr txBox="1"/>
          <p:nvPr/>
        </p:nvSpPr>
        <p:spPr>
          <a:xfrm flipH="1">
            <a:off x="4096072" y="4940195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진행상황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B2892069-F950-4415-B2B0-DA0EEC6B1BC0}"/>
              </a:ext>
            </a:extLst>
          </p:cNvPr>
          <p:cNvSpPr txBox="1"/>
          <p:nvPr/>
        </p:nvSpPr>
        <p:spPr>
          <a:xfrm flipH="1">
            <a:off x="4103105" y="1502023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프로그램 목록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52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249382" y="1385455"/>
            <a:ext cx="11567480" cy="4867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1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36872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프로그램 목록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5" name="Picture 2" descr="C:\Users\HP\Documents\카카오톡 받은 파일\KakaoTalk_20210304_09073708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049" y="1527310"/>
            <a:ext cx="3047705" cy="4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HP\Documents\카카오톡 받은 파일\KakaoTalk_20210304_090941428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" r="25102" b="-7"/>
          <a:stretch/>
        </p:blipFill>
        <p:spPr bwMode="auto">
          <a:xfrm>
            <a:off x="404797" y="2000770"/>
            <a:ext cx="3413587" cy="406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404796" y="1435695"/>
            <a:ext cx="307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SRC</a:t>
            </a:r>
            <a:endParaRPr lang="ko-KR" altLang="en-US" sz="28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3976527" y="1400610"/>
            <a:ext cx="2232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SRC</a:t>
            </a:r>
          </a:p>
          <a:p>
            <a:r>
              <a:rPr lang="en-US" altLang="ko-KR" sz="28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Detail</a:t>
            </a:r>
            <a:endParaRPr lang="ko-KR" altLang="en-US" sz="28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16" name="Picture 5" descr="C:\Users\HP\Documents\카카오톡 받은 파일\KakaoTalk_20210304_09101123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032" y="1527310"/>
            <a:ext cx="2081578" cy="465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8374647" y="1435695"/>
            <a:ext cx="2232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Views</a:t>
            </a:r>
            <a:endParaRPr lang="ko-KR" altLang="en-US" sz="28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147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4A2CAC20-4202-41E0-9D3B-D51137F9172C}"/>
              </a:ext>
            </a:extLst>
          </p:cNvPr>
          <p:cNvSpPr/>
          <p:nvPr/>
        </p:nvSpPr>
        <p:spPr>
          <a:xfrm>
            <a:off x="378460" y="1246053"/>
            <a:ext cx="11518167" cy="540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9498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업무흐름도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2523335" y="5121823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1 : 1 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쪽지 기능</a:t>
            </a:r>
            <a:endParaRPr lang="ko-KR" altLang="en-US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2523335" y="5700110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즐겨찾기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8827470" y="3750220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프로필</a:t>
            </a:r>
            <a:endParaRPr lang="ko-KR" altLang="en-US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2523335" y="1424732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타임라인</a:t>
            </a:r>
            <a:endParaRPr lang="ko-KR" altLang="en-US" dirty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586444" y="1424732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홈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86444" y="3143113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검색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86444" y="4596372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86444" y="5121823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메시지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86444" y="5700110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북마크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6898188" y="3754784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로그인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586444" y="6201783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글쓰기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6898188" y="5688386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관리자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914933" y="5175760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회원가입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445666" y="1424732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팔로우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 추가</a:t>
            </a:r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/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해제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466096" y="1912107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차단 추가</a:t>
            </a:r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/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해제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466096" y="2433839"/>
            <a:ext cx="2075713" cy="6116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다른 유저 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프로필 보기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523335" y="3143113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게시글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4472793" y="3143113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해시태그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2523335" y="3664845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유저 검색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486525" y="3664845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팔로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4486525" y="4124116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차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단</a:t>
            </a:r>
          </a:p>
        </p:txBody>
      </p:sp>
      <p:sp>
        <p:nvSpPr>
          <p:cNvPr id="56" name="모서리가 둥근 직사각형 55"/>
          <p:cNvSpPr/>
          <p:nvPr/>
        </p:nvSpPr>
        <p:spPr>
          <a:xfrm>
            <a:off x="2523335" y="4596371"/>
            <a:ext cx="1818754" cy="3693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댓글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 달린 글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10356497" y="3754784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수정</a:t>
            </a:r>
            <a:endParaRPr lang="ko-KR" altLang="en-US" dirty="0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10356497" y="4213011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로그아웃</a:t>
            </a:r>
            <a:endParaRPr lang="ko-KR" altLang="en-US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8907021" y="5175759"/>
            <a:ext cx="1740880" cy="3693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개인정보 입력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8907020" y="5688386"/>
            <a:ext cx="1740881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게시글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 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관리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8907019" y="6147657"/>
            <a:ext cx="1740882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유저 관리</a:t>
            </a:r>
            <a:endParaRPr lang="ko-KR" altLang="en-US" dirty="0"/>
          </a:p>
        </p:txBody>
      </p:sp>
      <p:sp>
        <p:nvSpPr>
          <p:cNvPr id="62" name="모서리가 둥근 직사각형 61"/>
          <p:cNvSpPr/>
          <p:nvPr/>
        </p:nvSpPr>
        <p:spPr>
          <a:xfrm>
            <a:off x="10356497" y="4659980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탈퇴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102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829964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3797245" y="1583561"/>
            <a:ext cx="4253609" cy="2369880"/>
            <a:chOff x="3804541" y="1610677"/>
            <a:chExt cx="4253609" cy="2369880"/>
          </a:xfrm>
        </p:grpSpPr>
        <p:pic>
          <p:nvPicPr>
            <p:cNvPr id="40" name="Picture 3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4541" y="1610677"/>
              <a:ext cx="516249" cy="516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4825" y="2371285"/>
              <a:ext cx="3362325" cy="1228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2" name="TextBox 41"/>
            <p:cNvSpPr txBox="1"/>
            <p:nvPr/>
          </p:nvSpPr>
          <p:spPr>
            <a:xfrm>
              <a:off x="3804541" y="1610677"/>
              <a:ext cx="4253609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HY강M" pitchFamily="18" charset="-127"/>
                  <a:ea typeface="HY강M" pitchFamily="18" charset="-127"/>
                </a:rPr>
                <a:t>       </a:t>
              </a:r>
              <a:r>
                <a:rPr lang="ko-KR" altLang="en-US" dirty="0">
                  <a:latin typeface="HY강M" pitchFamily="18" charset="-127"/>
                  <a:ea typeface="HY강M" pitchFamily="18" charset="-127"/>
                </a:rPr>
                <a:t> </a:t>
              </a:r>
              <a:r>
                <a:rPr lang="en-US" altLang="ko-KR" dirty="0" smtClean="0">
                  <a:latin typeface="HY강M" pitchFamily="18" charset="-127"/>
                  <a:ea typeface="HY강M" pitchFamily="18" charset="-127"/>
                </a:rPr>
                <a:t>P-Nut  </a:t>
              </a:r>
              <a:r>
                <a: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@peanut  35</a:t>
              </a: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분전</a:t>
              </a:r>
              <a:endPara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r>
                <a:rPr lang="en-US" altLang="ko-KR" dirty="0" smtClean="0">
                  <a:latin typeface="HY강M" pitchFamily="18" charset="-127"/>
                  <a:ea typeface="HY강M" pitchFamily="18" charset="-127"/>
                </a:rPr>
                <a:t>	  </a:t>
              </a:r>
              <a:r>
                <a:rPr lang="ko-KR" altLang="en-US" sz="1400" dirty="0" smtClean="0">
                  <a:latin typeface="HY강M" pitchFamily="18" charset="-127"/>
                  <a:ea typeface="HY강M" pitchFamily="18" charset="-127"/>
                </a:rPr>
                <a:t>변비에 </a:t>
              </a:r>
              <a:r>
                <a:rPr lang="ko-KR" altLang="en-US" sz="1400" dirty="0" err="1" smtClean="0">
                  <a:latin typeface="HY강M" pitchFamily="18" charset="-127"/>
                  <a:ea typeface="HY강M" pitchFamily="18" charset="-127"/>
                </a:rPr>
                <a:t>조아요</a:t>
              </a:r>
              <a:endParaRPr lang="en-US" altLang="ko-KR" sz="1400" dirty="0" smtClean="0"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r>
                <a:rPr lang="en-US" altLang="ko-KR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	  	23 		  12		   30</a:t>
              </a:r>
              <a:endPara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나무B" pitchFamily="18" charset="-127"/>
                <a:ea typeface="HY나무B" pitchFamily="18" charset="-127"/>
              </a:endParaRPr>
            </a:p>
          </p:txBody>
        </p:sp>
        <p:pic>
          <p:nvPicPr>
            <p:cNvPr id="43" name="Picture 3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4825" y="3680929"/>
              <a:ext cx="238125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8705" y="3699979"/>
              <a:ext cx="23812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766" y="3699495"/>
              <a:ext cx="266700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0" name="그룹 19"/>
          <p:cNvGrpSpPr/>
          <p:nvPr/>
        </p:nvGrpSpPr>
        <p:grpSpPr>
          <a:xfrm>
            <a:off x="3797245" y="3867716"/>
            <a:ext cx="4253609" cy="2369880"/>
            <a:chOff x="3797245" y="3867716"/>
            <a:chExt cx="4253609" cy="2369880"/>
          </a:xfrm>
        </p:grpSpPr>
        <p:grpSp>
          <p:nvGrpSpPr>
            <p:cNvPr id="18" name="그룹 17"/>
            <p:cNvGrpSpPr/>
            <p:nvPr/>
          </p:nvGrpSpPr>
          <p:grpSpPr>
            <a:xfrm>
              <a:off x="3797245" y="3867716"/>
              <a:ext cx="4253609" cy="2369880"/>
              <a:chOff x="3804541" y="1610677"/>
              <a:chExt cx="4253609" cy="2369880"/>
            </a:xfrm>
          </p:grpSpPr>
          <p:pic>
            <p:nvPicPr>
              <p:cNvPr id="34" name="Picture 3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4541" y="1610677"/>
                <a:ext cx="516249" cy="51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" name="Picture 2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4825" y="2371285"/>
                <a:ext cx="3362325" cy="1228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3804541" y="1610677"/>
                <a:ext cx="4253609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>
                    <a:latin typeface="HY강M" pitchFamily="18" charset="-127"/>
                    <a:ea typeface="HY강M" pitchFamily="18" charset="-127"/>
                  </a:rPr>
                  <a:t>       </a:t>
                </a:r>
                <a:r>
                  <a:rPr lang="ko-KR" altLang="en-US" dirty="0">
                    <a:latin typeface="HY강M" pitchFamily="18" charset="-127"/>
                    <a:ea typeface="HY강M" pitchFamily="18" charset="-127"/>
                  </a:rPr>
                  <a:t> </a:t>
                </a:r>
                <a:r>
                  <a:rPr lang="ko-KR" altLang="en-US" dirty="0" smtClean="0">
                    <a:latin typeface="HY강M" pitchFamily="18" charset="-127"/>
                    <a:ea typeface="HY강M" pitchFamily="18" charset="-127"/>
                  </a:rPr>
                  <a:t>커피땅</a:t>
                </a:r>
                <a:r>
                  <a:rPr lang="ko-KR" altLang="en-US" dirty="0">
                    <a:latin typeface="HY강M" pitchFamily="18" charset="-127"/>
                    <a:ea typeface="HY강M" pitchFamily="18" charset="-127"/>
                  </a:rPr>
                  <a:t>콩</a:t>
                </a:r>
                <a:r>
                  <a:rPr lang="en-US" altLang="ko-KR" dirty="0" smtClean="0">
                    <a:latin typeface="HY강M" pitchFamily="18" charset="-127"/>
                    <a:ea typeface="HY강M" pitchFamily="18" charset="-127"/>
                  </a:rPr>
                  <a:t>  </a:t>
                </a:r>
                <a:r>
                  <a:rPr lang="en-US" altLang="ko-KR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@</a:t>
                </a:r>
                <a:r>
                  <a:rPr lang="en-US" altLang="ko-KR" sz="1600" dirty="0" err="1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coffee_peanut</a:t>
                </a:r>
                <a:r>
                  <a:rPr lang="en-US" altLang="ko-KR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  2</a:t>
                </a:r>
                <a:r>
                  <a:rPr lang="ko-KR" altLang="en-US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일 전</a:t>
                </a:r>
                <a:endPara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r>
                  <a:rPr lang="en-US" altLang="ko-KR" dirty="0" smtClean="0">
                    <a:latin typeface="HY강M" pitchFamily="18" charset="-127"/>
                    <a:ea typeface="HY강M" pitchFamily="18" charset="-127"/>
                  </a:rPr>
                  <a:t>	  </a:t>
                </a:r>
                <a:r>
                  <a:rPr lang="ko-KR" altLang="en-US" sz="1400" dirty="0" smtClean="0">
                    <a:latin typeface="HY강M" pitchFamily="18" charset="-127"/>
                    <a:ea typeface="HY강M" pitchFamily="18" charset="-127"/>
                  </a:rPr>
                  <a:t>안주에 제격인 커피땅콩</a:t>
                </a:r>
                <a:endParaRPr lang="en-US" altLang="ko-KR" sz="1400" dirty="0" smtClean="0"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r>
                  <a:rPr lang="en-US" altLang="ko-KR" sz="14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	  	342 		  112		   2350</a:t>
                </a:r>
                <a:endParaRPr lang="en-US" altLang="ko-KR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나무B" pitchFamily="18" charset="-127"/>
                  <a:ea typeface="HY나무B" pitchFamily="18" charset="-127"/>
                </a:endParaRPr>
              </a:p>
            </p:txBody>
          </p:sp>
          <p:pic>
            <p:nvPicPr>
              <p:cNvPr id="6" name="Picture 3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4825" y="3680929"/>
                <a:ext cx="238125" cy="247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4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68705" y="3699979"/>
                <a:ext cx="238125" cy="209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" name="Picture 5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16766" y="3699495"/>
                <a:ext cx="266700" cy="209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9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1424" y="4628324"/>
              <a:ext cx="3358430" cy="12389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333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549687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650" y="1572106"/>
            <a:ext cx="459105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803650" y="1572106"/>
            <a:ext cx="4591050" cy="44086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3797245" y="1993111"/>
            <a:ext cx="42536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       </a:t>
            </a:r>
            <a:r>
              <a:rPr lang="ko-KR" altLang="en-US" dirty="0" smtClean="0">
                <a:latin typeface="HY강M" pitchFamily="18" charset="-127"/>
                <a:ea typeface="HY강M" pitchFamily="18" charset="-127"/>
              </a:rPr>
              <a:t>   </a:t>
            </a:r>
            <a:r>
              <a:rPr lang="ko-KR" altLang="en-US" dirty="0" err="1" smtClean="0">
                <a:latin typeface="HY강M" pitchFamily="18" charset="-127"/>
                <a:ea typeface="HY강M" pitchFamily="18" charset="-127"/>
              </a:rPr>
              <a:t>무니무니</a:t>
            </a:r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 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@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munimuni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  1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월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 23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일</a:t>
            </a:r>
            <a:endParaRPr lang="en-US" altLang="ko-K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	    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호박고구마 호박고구마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!!!</a:t>
            </a:r>
          </a:p>
          <a:p>
            <a:r>
              <a:rPr lang="en-US" altLang="ko-KR" sz="1400" dirty="0">
                <a:latin typeface="HY강M" pitchFamily="18" charset="-127"/>
                <a:ea typeface="HY강M" pitchFamily="18" charset="-127"/>
              </a:rPr>
              <a:t>	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     </a:t>
            </a:r>
            <a:r>
              <a:rPr lang="en-US" altLang="ko-KR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#</a:t>
            </a:r>
            <a:r>
              <a:rPr lang="ko-KR" altLang="en-US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고구마호박 </a:t>
            </a:r>
            <a:r>
              <a:rPr lang="en-US" altLang="ko-KR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#</a:t>
            </a:r>
            <a:r>
              <a:rPr lang="ko-KR" altLang="en-US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고구마 </a:t>
            </a:r>
            <a:r>
              <a:rPr lang="en-US" altLang="ko-KR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#</a:t>
            </a:r>
            <a:r>
              <a:rPr lang="ko-KR" altLang="en-US" sz="1400" dirty="0" err="1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호구</a:t>
            </a:r>
            <a:r>
              <a:rPr lang="ko-KR" altLang="en-US" sz="1400" dirty="0" err="1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마</a:t>
            </a:r>
            <a:endParaRPr lang="en-US" altLang="ko-KR" sz="1400" dirty="0" smtClean="0">
              <a:solidFill>
                <a:srgbClr val="00B0F0"/>
              </a:solidFill>
              <a:latin typeface="HY강M" pitchFamily="18" charset="-127"/>
              <a:ea typeface="HY강M" pitchFamily="18" charset="-127"/>
            </a:endParaRP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endParaRPr lang="en-US" altLang="ko-K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endParaRPr lang="en-US" altLang="ko-K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endParaRPr lang="en-US" altLang="ko-K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		 367 		   122		    854</a:t>
            </a:r>
            <a:endParaRPr lang="en-US" altLang="ko-KR" dirty="0" smtClean="0">
              <a:solidFill>
                <a:schemeClr val="tx1">
                  <a:lumMod val="50000"/>
                  <a:lumOff val="50000"/>
                </a:schemeClr>
              </a:solidFill>
              <a:latin typeface="HY나무B" pitchFamily="18" charset="-127"/>
              <a:ea typeface="HY나무B" pitchFamily="18" charset="-127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180" y="2037841"/>
            <a:ext cx="650381" cy="676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041" y="2807149"/>
            <a:ext cx="1274656" cy="115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180" y="4303723"/>
            <a:ext cx="790575" cy="814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97" y="2807149"/>
            <a:ext cx="1161136" cy="114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3911180" y="4306109"/>
            <a:ext cx="42536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       </a:t>
            </a:r>
            <a:r>
              <a:rPr lang="ko-KR" altLang="en-US" dirty="0" smtClean="0">
                <a:latin typeface="HY강M" pitchFamily="18" charset="-127"/>
                <a:ea typeface="HY강M" pitchFamily="18" charset="-127"/>
              </a:rPr>
              <a:t>   </a:t>
            </a:r>
            <a:r>
              <a:rPr lang="ko-KR" altLang="en-US" dirty="0" err="1" smtClean="0">
                <a:latin typeface="HY강M" pitchFamily="18" charset="-127"/>
                <a:ea typeface="HY강M" pitchFamily="18" charset="-127"/>
              </a:rPr>
              <a:t>민호엄마</a:t>
            </a:r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 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@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minhomom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  1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월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 23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일</a:t>
            </a:r>
            <a:endParaRPr lang="en-US" altLang="ko-K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	    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어머니 고구마 호박이 아니라 </a:t>
            </a:r>
            <a:endParaRPr lang="en-US" altLang="ko-KR" sz="1400" dirty="0" smtClean="0">
              <a:latin typeface="HY강M" pitchFamily="18" charset="-127"/>
              <a:ea typeface="HY강M" pitchFamily="18" charset="-127"/>
            </a:endParaRPr>
          </a:p>
          <a:p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	     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호박고구마에요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~~</a:t>
            </a:r>
          </a:p>
          <a:p>
            <a:r>
              <a:rPr lang="en-US" altLang="ko-KR" sz="1400" dirty="0">
                <a:latin typeface="HY강M" pitchFamily="18" charset="-127"/>
                <a:ea typeface="HY강M" pitchFamily="18" charset="-127"/>
              </a:rPr>
              <a:t>	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     </a:t>
            </a:r>
            <a:r>
              <a:rPr lang="en-US" altLang="ko-KR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#</a:t>
            </a:r>
            <a:r>
              <a:rPr lang="ko-KR" altLang="en-US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호박고구</a:t>
            </a:r>
            <a:r>
              <a:rPr lang="ko-KR" altLang="en-US" sz="1400" dirty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마</a:t>
            </a:r>
            <a:r>
              <a:rPr lang="ko-KR" altLang="en-US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 </a:t>
            </a:r>
            <a:r>
              <a:rPr lang="en-US" altLang="ko-KR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#</a:t>
            </a:r>
            <a:r>
              <a:rPr lang="ko-KR" altLang="en-US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고구마 </a:t>
            </a:r>
            <a:r>
              <a:rPr lang="en-US" altLang="ko-KR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#</a:t>
            </a:r>
            <a:r>
              <a:rPr lang="ko-KR" altLang="en-US" sz="1400" dirty="0" err="1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호구마</a:t>
            </a:r>
            <a:endParaRPr lang="en-US" altLang="ko-KR" sz="1400" dirty="0" smtClean="0">
              <a:solidFill>
                <a:srgbClr val="00B0F0"/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		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34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		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26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	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            254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HY나무B" pitchFamily="18" charset="-127"/>
              <a:ea typeface="HY나무B" pitchFamily="18" charset="-127"/>
            </a:endParaRPr>
          </a:p>
        </p:txBody>
      </p:sp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627" y="4056073"/>
            <a:ext cx="2381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507" y="4075123"/>
            <a:ext cx="2381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568" y="4074639"/>
            <a:ext cx="2667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655" y="5317630"/>
            <a:ext cx="2381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535" y="5336680"/>
            <a:ext cx="2381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5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596" y="5336196"/>
            <a:ext cx="2667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78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246362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726122" y="1601482"/>
            <a:ext cx="4253609" cy="1077218"/>
            <a:chOff x="3726122" y="1919528"/>
            <a:chExt cx="4253609" cy="1077218"/>
          </a:xfrm>
        </p:grpSpPr>
        <p:sp>
          <p:nvSpPr>
            <p:cNvPr id="34" name="TextBox 33"/>
            <p:cNvSpPr txBox="1"/>
            <p:nvPr/>
          </p:nvSpPr>
          <p:spPr>
            <a:xfrm>
              <a:off x="3726122" y="1919528"/>
              <a:ext cx="425360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HY강M" pitchFamily="18" charset="-127"/>
                  <a:ea typeface="HY강M" pitchFamily="18" charset="-127"/>
                </a:rPr>
                <a:t>       </a:t>
              </a:r>
              <a:r>
                <a:rPr lang="ko-KR" altLang="en-US" dirty="0" smtClean="0">
                  <a:latin typeface="HY강M" pitchFamily="18" charset="-127"/>
                  <a:ea typeface="HY강M" pitchFamily="18" charset="-127"/>
                </a:rPr>
                <a:t>   </a:t>
              </a:r>
              <a:r>
                <a:rPr lang="ko-KR" altLang="en-US" dirty="0" err="1" smtClean="0">
                  <a:latin typeface="HY강M" pitchFamily="18" charset="-127"/>
                  <a:ea typeface="HY강M" pitchFamily="18" charset="-127"/>
                </a:rPr>
                <a:t>민호엄마</a:t>
              </a:r>
              <a:r>
                <a:rPr lang="en-US" altLang="ko-KR" dirty="0" smtClean="0">
                  <a:latin typeface="HY강M" pitchFamily="18" charset="-127"/>
                  <a:ea typeface="HY강M" pitchFamily="18" charset="-127"/>
                </a:rPr>
                <a:t>  </a:t>
              </a:r>
              <a:r>
                <a: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@</a:t>
              </a:r>
              <a:r>
                <a:rPr lang="en-US" altLang="ko-KR" sz="16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minhomom</a:t>
              </a:r>
              <a:r>
                <a: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  5</a:t>
              </a: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rPr>
                <a:t>분 전</a:t>
              </a:r>
              <a:endPara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endParaRPr>
            </a:p>
            <a:p>
              <a:r>
                <a:rPr lang="en-US" altLang="ko-KR" dirty="0" smtClean="0">
                  <a:latin typeface="HY강M" pitchFamily="18" charset="-127"/>
                  <a:ea typeface="HY강M" pitchFamily="18" charset="-127"/>
                </a:rPr>
                <a:t>	    </a:t>
              </a:r>
              <a:r>
                <a:rPr lang="en-US" altLang="ko-KR" sz="1400" dirty="0" smtClean="0">
                  <a:solidFill>
                    <a:srgbClr val="00B0F0"/>
                  </a:solidFill>
                  <a:latin typeface="HY강M" pitchFamily="18" charset="-127"/>
                  <a:ea typeface="HY강M" pitchFamily="18" charset="-127"/>
                </a:rPr>
                <a:t>@peanut</a:t>
              </a:r>
              <a:r>
                <a:rPr lang="ko-KR" altLang="en-US" sz="1400" dirty="0" smtClean="0">
                  <a:solidFill>
                    <a:srgbClr val="00B0F0"/>
                  </a:solidFill>
                  <a:latin typeface="HY강M" pitchFamily="18" charset="-127"/>
                  <a:ea typeface="HY강M" pitchFamily="18" charset="-127"/>
                </a:rPr>
                <a:t> </a:t>
              </a:r>
              <a:r>
                <a:rPr lang="ko-KR" altLang="en-US" sz="1400" dirty="0" smtClean="0">
                  <a:latin typeface="HY강M" pitchFamily="18" charset="-127"/>
                  <a:ea typeface="HY강M" pitchFamily="18" charset="-127"/>
                </a:rPr>
                <a:t>보내주신 커피땅콩 맛있게                </a:t>
              </a:r>
              <a:r>
                <a:rPr lang="en-US" altLang="ko-KR" sz="1400" dirty="0" smtClean="0">
                  <a:latin typeface="HY강M" pitchFamily="18" charset="-127"/>
                  <a:ea typeface="HY강M" pitchFamily="18" charset="-127"/>
                </a:rPr>
                <a:t>	      </a:t>
              </a:r>
              <a:r>
                <a:rPr lang="ko-KR" altLang="en-US" sz="1400" dirty="0" smtClean="0">
                  <a:latin typeface="HY강M" pitchFamily="18" charset="-127"/>
                  <a:ea typeface="HY강M" pitchFamily="18" charset="-127"/>
                </a:rPr>
                <a:t>먹었습니다</a:t>
              </a:r>
              <a:r>
                <a:rPr lang="en-US" altLang="ko-KR" sz="1400" dirty="0" smtClean="0">
                  <a:latin typeface="HY강M" pitchFamily="18" charset="-127"/>
                  <a:ea typeface="HY강M" pitchFamily="18" charset="-127"/>
                </a:rPr>
                <a:t>. </a:t>
              </a:r>
              <a:r>
                <a:rPr lang="ko-KR" altLang="en-US" sz="1400" dirty="0" smtClean="0">
                  <a:latin typeface="HY강M" pitchFamily="18" charset="-127"/>
                  <a:ea typeface="HY강M" pitchFamily="18" charset="-127"/>
                </a:rPr>
                <a:t>감사합니다</a:t>
              </a:r>
              <a:r>
                <a:rPr lang="en-US" altLang="ko-KR" sz="1400" dirty="0" smtClean="0">
                  <a:latin typeface="HY강M" pitchFamily="18" charset="-127"/>
                  <a:ea typeface="HY강M" pitchFamily="18" charset="-127"/>
                </a:rPr>
                <a:t>.</a:t>
              </a:r>
              <a:r>
                <a:rPr lang="ko-KR" altLang="en-US" sz="1400" dirty="0" smtClean="0">
                  <a:latin typeface="HY강M" pitchFamily="18" charset="-127"/>
                  <a:ea typeface="HY강M" pitchFamily="18" charset="-127"/>
                </a:rPr>
                <a:t> </a:t>
              </a:r>
              <a:endParaRPr lang="en-US" altLang="ko-KR" sz="1400" dirty="0" smtClean="0">
                <a:latin typeface="HY강M" pitchFamily="18" charset="-127"/>
                <a:ea typeface="HY강M" pitchFamily="18" charset="-127"/>
              </a:endParaRPr>
            </a:p>
            <a:p>
              <a:r>
                <a:rPr lang="en-US" altLang="ko-KR" sz="1400" dirty="0">
                  <a:latin typeface="HY강M" pitchFamily="18" charset="-127"/>
                  <a:ea typeface="HY강M" pitchFamily="18" charset="-127"/>
                </a:rPr>
                <a:t>	</a:t>
              </a:r>
              <a:r>
                <a:rPr lang="en-US" altLang="ko-KR" sz="1400" dirty="0" smtClean="0">
                  <a:latin typeface="HY강M" pitchFamily="18" charset="-127"/>
                  <a:ea typeface="HY강M" pitchFamily="18" charset="-127"/>
                </a:rPr>
                <a:t>     </a:t>
              </a:r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Y나무B" pitchFamily="18" charset="-127"/>
                <a:ea typeface="HY나무B" pitchFamily="18" charset="-127"/>
              </a:endParaRPr>
            </a:p>
          </p:txBody>
        </p:sp>
        <p:pic>
          <p:nvPicPr>
            <p:cNvPr id="35" name="Picture 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6122" y="1998267"/>
              <a:ext cx="790575" cy="814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592" y="2443993"/>
            <a:ext cx="2381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472" y="2463043"/>
            <a:ext cx="2381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533" y="2462559"/>
            <a:ext cx="2667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3719792" y="2771745"/>
            <a:ext cx="4253609" cy="866991"/>
            <a:chOff x="3726122" y="2567334"/>
            <a:chExt cx="4253609" cy="866991"/>
          </a:xfrm>
        </p:grpSpPr>
        <p:pic>
          <p:nvPicPr>
            <p:cNvPr id="45" name="Picture 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5565" y="3186675"/>
              <a:ext cx="238125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4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9445" y="3205725"/>
              <a:ext cx="23812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7506" y="3205241"/>
              <a:ext cx="266700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9" name="그룹 8"/>
            <p:cNvGrpSpPr/>
            <p:nvPr/>
          </p:nvGrpSpPr>
          <p:grpSpPr>
            <a:xfrm>
              <a:off x="3726122" y="2567334"/>
              <a:ext cx="4253609" cy="861774"/>
              <a:chOff x="3726122" y="2567334"/>
              <a:chExt cx="4253609" cy="861774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3726122" y="2567334"/>
                <a:ext cx="425360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>
                    <a:latin typeface="HY강M" pitchFamily="18" charset="-127"/>
                    <a:ea typeface="HY강M" pitchFamily="18" charset="-127"/>
                  </a:rPr>
                  <a:t>       </a:t>
                </a:r>
                <a:r>
                  <a:rPr lang="ko-KR" altLang="en-US" dirty="0" smtClean="0">
                    <a:latin typeface="HY강M" pitchFamily="18" charset="-127"/>
                    <a:ea typeface="HY강M" pitchFamily="18" charset="-127"/>
                  </a:rPr>
                  <a:t>   </a:t>
                </a:r>
                <a:r>
                  <a:rPr lang="ko-KR" altLang="en-US" dirty="0" err="1" smtClean="0">
                    <a:latin typeface="HY강M" pitchFamily="18" charset="-127"/>
                    <a:ea typeface="HY강M" pitchFamily="18" charset="-127"/>
                  </a:rPr>
                  <a:t>뚱이</a:t>
                </a:r>
                <a:r>
                  <a:rPr lang="en-US" altLang="ko-KR" dirty="0" smtClean="0">
                    <a:latin typeface="HY강M" pitchFamily="18" charset="-127"/>
                    <a:ea typeface="HY강M" pitchFamily="18" charset="-127"/>
                  </a:rPr>
                  <a:t>  </a:t>
                </a:r>
                <a:r>
                  <a:rPr lang="en-US" altLang="ko-KR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@</a:t>
                </a:r>
                <a:r>
                  <a:rPr lang="en-US" altLang="ko-KR" sz="1600" dirty="0" err="1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patrickstar</a:t>
                </a:r>
                <a:r>
                  <a:rPr lang="en-US" altLang="ko-KR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  17</a:t>
                </a:r>
                <a:r>
                  <a:rPr lang="ko-KR" altLang="en-US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강M" pitchFamily="18" charset="-127"/>
                    <a:ea typeface="HY강M" pitchFamily="18" charset="-127"/>
                  </a:rPr>
                  <a:t>분 전</a:t>
                </a:r>
                <a:endPara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강M" pitchFamily="18" charset="-127"/>
                  <a:ea typeface="HY강M" pitchFamily="18" charset="-127"/>
                </a:endParaRPr>
              </a:p>
              <a:p>
                <a:r>
                  <a:rPr lang="en-US" altLang="ko-KR" dirty="0" smtClean="0">
                    <a:latin typeface="HY강M" pitchFamily="18" charset="-127"/>
                    <a:ea typeface="HY강M" pitchFamily="18" charset="-127"/>
                  </a:rPr>
                  <a:t>	    </a:t>
                </a:r>
                <a:r>
                  <a:rPr lang="en-US" altLang="ko-KR" sz="1400" dirty="0" smtClean="0">
                    <a:solidFill>
                      <a:srgbClr val="00B0F0"/>
                    </a:solidFill>
                    <a:latin typeface="HY강M" pitchFamily="18" charset="-127"/>
                    <a:ea typeface="HY강M" pitchFamily="18" charset="-127"/>
                  </a:rPr>
                  <a:t>@peanut</a:t>
                </a:r>
                <a:r>
                  <a:rPr lang="ko-KR" altLang="en-US" sz="1400" dirty="0" smtClean="0">
                    <a:solidFill>
                      <a:srgbClr val="00B0F0"/>
                    </a:solidFill>
                    <a:latin typeface="HY강M" pitchFamily="18" charset="-127"/>
                    <a:ea typeface="HY강M" pitchFamily="18" charset="-127"/>
                  </a:rPr>
                  <a:t> </a:t>
                </a:r>
                <a:r>
                  <a:rPr lang="ko-KR" altLang="en-US" sz="1400" dirty="0" smtClean="0">
                    <a:latin typeface="HY강M" pitchFamily="18" charset="-127"/>
                    <a:ea typeface="HY강M" pitchFamily="18" charset="-127"/>
                  </a:rPr>
                  <a:t>사랑해요</a:t>
                </a:r>
                <a:r>
                  <a:rPr lang="en-US" altLang="ko-KR" sz="1400" dirty="0" smtClean="0">
                    <a:latin typeface="HY강M" pitchFamily="18" charset="-127"/>
                    <a:ea typeface="HY강M" pitchFamily="18" charset="-127"/>
                  </a:rPr>
                  <a:t>~~~</a:t>
                </a:r>
              </a:p>
              <a:p>
                <a:r>
                  <a:rPr lang="en-US" altLang="ko-KR" sz="1400" dirty="0">
                    <a:latin typeface="HY강M" pitchFamily="18" charset="-127"/>
                    <a:ea typeface="HY강M" pitchFamily="18" charset="-127"/>
                  </a:rPr>
                  <a:t>	</a:t>
                </a:r>
                <a:r>
                  <a:rPr lang="en-US" altLang="ko-KR" sz="1400" dirty="0" smtClean="0">
                    <a:latin typeface="HY강M" pitchFamily="18" charset="-127"/>
                    <a:ea typeface="HY강M" pitchFamily="18" charset="-127"/>
                  </a:rPr>
                  <a:t>     </a:t>
                </a:r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나무B" pitchFamily="18" charset="-127"/>
                  <a:ea typeface="HY나무B" pitchFamily="18" charset="-127"/>
                </a:endParaRPr>
              </a:p>
            </p:txBody>
          </p:sp>
          <p:pic>
            <p:nvPicPr>
              <p:cNvPr id="5122" name="Picture 2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9740" y="2607186"/>
                <a:ext cx="766957" cy="7380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0078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881601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38599" y="3384883"/>
            <a:ext cx="5457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강B" pitchFamily="18" charset="-127"/>
                <a:ea typeface="HY강B" pitchFamily="18" charset="-127"/>
              </a:rPr>
              <a:t>구상 중입니다</a:t>
            </a:r>
            <a:r>
              <a:rPr lang="en-US" altLang="ko-KR" sz="3600" dirty="0" smtClean="0">
                <a:latin typeface="HY강B" pitchFamily="18" charset="-127"/>
                <a:ea typeface="HY강B" pitchFamily="18" charset="-127"/>
              </a:rPr>
              <a:t>.</a:t>
            </a:r>
            <a:endParaRPr lang="ko-KR" altLang="en-US" sz="3600" dirty="0"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8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91270"/>
              </p:ext>
            </p:extLst>
          </p:nvPr>
        </p:nvGraphicFramePr>
        <p:xfrm>
          <a:off x="1990479" y="1340224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322" y="2564902"/>
            <a:ext cx="24193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72" y="2564902"/>
            <a:ext cx="218440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3802322" y="1485297"/>
            <a:ext cx="42536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       </a:t>
            </a:r>
            <a:r>
              <a:rPr lang="ko-KR" altLang="en-US" dirty="0" smtClean="0">
                <a:latin typeface="HY강M" pitchFamily="18" charset="-127"/>
                <a:ea typeface="HY강M" pitchFamily="18" charset="-127"/>
              </a:rPr>
              <a:t>    </a:t>
            </a:r>
            <a:r>
              <a:rPr lang="ko-KR" altLang="en-US" dirty="0" err="1" smtClean="0">
                <a:latin typeface="HY강M" pitchFamily="18" charset="-127"/>
                <a:ea typeface="HY강M" pitchFamily="18" charset="-127"/>
              </a:rPr>
              <a:t>징징이</a:t>
            </a:r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 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@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jingjing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  45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강M" pitchFamily="18" charset="-127"/>
                <a:ea typeface="HY강M" pitchFamily="18" charset="-127"/>
              </a:rPr>
              <a:t>분 전</a:t>
            </a:r>
            <a:endParaRPr lang="en-US" altLang="ko-K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en-US" altLang="ko-KR" dirty="0" smtClean="0">
                <a:latin typeface="HY강M" pitchFamily="18" charset="-127"/>
                <a:ea typeface="HY강M" pitchFamily="18" charset="-127"/>
              </a:rPr>
              <a:t>	    </a:t>
            </a:r>
            <a:r>
              <a:rPr lang="ko-KR" altLang="en-US" sz="14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 </a:t>
            </a:r>
            <a:r>
              <a:rPr lang="ko-KR" altLang="en-US" sz="1400" dirty="0" err="1" smtClean="0">
                <a:latin typeface="HY강M" pitchFamily="18" charset="-127"/>
                <a:ea typeface="HY강M" pitchFamily="18" charset="-127"/>
              </a:rPr>
              <a:t>스폰지밥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</a:t>
            </a:r>
            <a:r>
              <a:rPr lang="en-US" altLang="ko-KR" sz="1400" dirty="0" err="1" smtClean="0">
                <a:latin typeface="HY강M" pitchFamily="18" charset="-127"/>
                <a:ea typeface="HY강M" pitchFamily="18" charset="-127"/>
              </a:rPr>
              <a:t>vs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  </a:t>
            </a:r>
            <a:r>
              <a:rPr lang="ko-KR" altLang="en-US" sz="1400" dirty="0" err="1" smtClean="0">
                <a:latin typeface="HY강M" pitchFamily="18" charset="-127"/>
                <a:ea typeface="HY강M" pitchFamily="18" charset="-127"/>
              </a:rPr>
              <a:t>뚱이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눈싸움수준 실화냐</a:t>
            </a:r>
            <a:endParaRPr lang="en-US" altLang="ko-KR" sz="1400" dirty="0" smtClean="0">
              <a:latin typeface="HY강M" pitchFamily="18" charset="-127"/>
              <a:ea typeface="HY강M" pitchFamily="18" charset="-127"/>
            </a:endParaRPr>
          </a:p>
          <a:p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	      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진짜 </a:t>
            </a:r>
            <a:r>
              <a:rPr lang="ko-KR" altLang="en-US" sz="1400" dirty="0" err="1" smtClean="0">
                <a:latin typeface="HY강M" pitchFamily="18" charset="-127"/>
                <a:ea typeface="HY강M" pitchFamily="18" charset="-127"/>
              </a:rPr>
              <a:t>바다속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</a:t>
            </a:r>
            <a:r>
              <a:rPr lang="ko-KR" altLang="en-US" sz="1400" dirty="0" err="1" smtClean="0">
                <a:latin typeface="HY강M" pitchFamily="18" charset="-127"/>
                <a:ea typeface="HY강M" pitchFamily="18" charset="-127"/>
              </a:rPr>
              <a:t>최강자들의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싸움이다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.</a:t>
            </a:r>
          </a:p>
          <a:p>
            <a:r>
              <a:rPr lang="en-US" altLang="ko-KR" sz="1400" dirty="0">
                <a:latin typeface="HY강M" pitchFamily="18" charset="-127"/>
                <a:ea typeface="HY강M" pitchFamily="18" charset="-127"/>
              </a:rPr>
              <a:t>	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      </a:t>
            </a:r>
            <a:r>
              <a:rPr lang="ko-KR" altLang="en-US" sz="1400" dirty="0" err="1" smtClean="0">
                <a:latin typeface="HY강M" pitchFamily="18" charset="-127"/>
                <a:ea typeface="HY강M" pitchFamily="18" charset="-127"/>
              </a:rPr>
              <a:t>스폰지밥이랑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</a:t>
            </a:r>
            <a:r>
              <a:rPr lang="ko-KR" altLang="en-US" sz="1400" dirty="0" err="1" smtClean="0">
                <a:latin typeface="HY강M" pitchFamily="18" charset="-127"/>
                <a:ea typeface="HY강M" pitchFamily="18" charset="-127"/>
              </a:rPr>
              <a:t>뚱이는</a:t>
            </a:r>
            <a:r>
              <a:rPr lang="ko-KR" altLang="en-US" sz="1400" dirty="0" smtClean="0">
                <a:latin typeface="HY강M" pitchFamily="18" charset="-127"/>
                <a:ea typeface="HY강M" pitchFamily="18" charset="-127"/>
              </a:rPr>
              <a:t> 전설이다</a:t>
            </a:r>
            <a:r>
              <a:rPr lang="en-US" altLang="ko-KR" sz="1400" dirty="0" smtClean="0">
                <a:latin typeface="HY강M" pitchFamily="18" charset="-127"/>
                <a:ea typeface="HY강M" pitchFamily="18" charset="-127"/>
              </a:rPr>
              <a:t>.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HY나무B" pitchFamily="18" charset="-127"/>
              <a:ea typeface="HY나무B" pitchFamily="18" charset="-127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322" y="1509672"/>
            <a:ext cx="796772" cy="971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78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122991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820569" y="1542386"/>
            <a:ext cx="4694781" cy="1911182"/>
            <a:chOff x="3820569" y="1542386"/>
            <a:chExt cx="4694781" cy="1911182"/>
          </a:xfrm>
        </p:grpSpPr>
        <p:pic>
          <p:nvPicPr>
            <p:cNvPr id="35" name="Picture 3" descr="C:\Users\HP\Desktop\image\kakaoRyan.pn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0569" y="1542386"/>
              <a:ext cx="4694781" cy="1911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0569" y="2693875"/>
              <a:ext cx="700061" cy="700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3892631" y="3567675"/>
            <a:ext cx="24795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P-Nut</a:t>
            </a:r>
          </a:p>
          <a:p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@peanut</a:t>
            </a:r>
          </a:p>
          <a:p>
            <a:r>
              <a:rPr lang="ko-KR" altLang="en-US" sz="1200" dirty="0" smtClean="0">
                <a:latin typeface="HY강B" pitchFamily="18" charset="-127"/>
                <a:ea typeface="HY강B" pitchFamily="18" charset="-127"/>
              </a:rPr>
              <a:t>안녕하세요 땅콩이라고 합니다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.</a:t>
            </a:r>
          </a:p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가입일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2020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년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02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월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22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일</a:t>
            </a:r>
            <a:endParaRPr lang="en-US" altLang="ko-KR" sz="1200" dirty="0" smtClean="0">
              <a:solidFill>
                <a:schemeClr val="tx2">
                  <a:lumMod val="60000"/>
                  <a:lumOff val="40000"/>
                </a:schemeClr>
              </a:solidFill>
              <a:latin typeface="HY강B" pitchFamily="18" charset="-127"/>
              <a:ea typeface="HY강B" pitchFamily="18" charset="-127"/>
            </a:endParaRPr>
          </a:p>
          <a:p>
            <a:r>
              <a:rPr lang="ko-KR" altLang="en-US" sz="1200" dirty="0" err="1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팔로우</a:t>
            </a:r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 중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 </a:t>
            </a:r>
            <a:r>
              <a:rPr lang="en-US" altLang="ko-KR" sz="1200" dirty="0" smtClean="0">
                <a:latin typeface="HY강B" pitchFamily="18" charset="-127"/>
                <a:ea typeface="HY강B" pitchFamily="18" charset="-127"/>
              </a:rPr>
              <a:t>12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명    </a:t>
            </a:r>
            <a:r>
              <a:rPr lang="ko-KR" altLang="en-US" sz="1200" dirty="0" err="1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팔로워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 </a:t>
            </a:r>
            <a:r>
              <a:rPr lang="en-US" altLang="ko-KR" sz="1200" dirty="0" smtClean="0">
                <a:latin typeface="HY강B" pitchFamily="18" charset="-127"/>
                <a:ea typeface="HY강B" pitchFamily="18" charset="-127"/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강B" pitchFamily="18" charset="-127"/>
                <a:ea typeface="HY강B" pitchFamily="18" charset="-127"/>
              </a:rPr>
              <a:t>명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467600" y="3557970"/>
            <a:ext cx="1047750" cy="2571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프로필 수정</a:t>
            </a:r>
            <a:endParaRPr lang="ko-KR" altLang="en-US" sz="1200" dirty="0">
              <a:solidFill>
                <a:schemeClr val="accent3"/>
              </a:solidFill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8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81702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820569" y="1542386"/>
            <a:ext cx="4694781" cy="1911182"/>
            <a:chOff x="3820569" y="1542386"/>
            <a:chExt cx="4694781" cy="1911182"/>
          </a:xfrm>
        </p:grpSpPr>
        <p:pic>
          <p:nvPicPr>
            <p:cNvPr id="35" name="Picture 3" descr="C:\Users\HP\Desktop\image\kakaoRyan.pn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0569" y="1542386"/>
              <a:ext cx="4694781" cy="1911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0569" y="2693875"/>
              <a:ext cx="700061" cy="700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" name="모서리가 둥근 직사각형 5"/>
          <p:cNvSpPr/>
          <p:nvPr/>
        </p:nvSpPr>
        <p:spPr>
          <a:xfrm>
            <a:off x="7467600" y="3557970"/>
            <a:ext cx="1047750" cy="2571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저장</a:t>
            </a:r>
            <a:endParaRPr lang="ko-KR" altLang="en-US" sz="1200" dirty="0">
              <a:solidFill>
                <a:schemeClr val="accent3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954699" y="3934391"/>
            <a:ext cx="2679700" cy="452142"/>
          </a:xfrm>
          <a:prstGeom prst="rect">
            <a:avLst/>
          </a:prstGeom>
          <a:noFill/>
          <a:ln>
            <a:solidFill>
              <a:srgbClr val="ECA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 smtClean="0">
                <a:solidFill>
                  <a:schemeClr val="accent3"/>
                </a:solidFill>
                <a:latin typeface="HY강M" pitchFamily="18" charset="-127"/>
                <a:ea typeface="HY강M" pitchFamily="18" charset="-127"/>
              </a:rPr>
              <a:t>닉네임</a:t>
            </a:r>
            <a:endParaRPr lang="en-US" altLang="ko-KR" sz="1000" dirty="0" smtClean="0">
              <a:solidFill>
                <a:schemeClr val="accent3"/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P-Nut</a:t>
            </a:r>
            <a:endParaRPr lang="ko-KR" altLang="en-US" sz="1200" dirty="0">
              <a:solidFill>
                <a:schemeClr val="tx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954699" y="4461156"/>
            <a:ext cx="2679700" cy="452142"/>
          </a:xfrm>
          <a:prstGeom prst="rect">
            <a:avLst/>
          </a:prstGeom>
          <a:noFill/>
          <a:ln>
            <a:solidFill>
              <a:srgbClr val="ECA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 smtClean="0">
                <a:solidFill>
                  <a:schemeClr val="accent3"/>
                </a:solidFill>
                <a:latin typeface="HY강M" pitchFamily="18" charset="-127"/>
                <a:ea typeface="HY강M" pitchFamily="18" charset="-127"/>
              </a:rPr>
              <a:t>자기소개</a:t>
            </a:r>
            <a:endParaRPr lang="en-US" altLang="ko-KR" sz="1000" dirty="0" smtClean="0">
              <a:solidFill>
                <a:schemeClr val="accent3"/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HY강B" pitchFamily="18" charset="-127"/>
                <a:ea typeface="HY강B" pitchFamily="18" charset="-127"/>
              </a:rPr>
              <a:t>안녕하세요 땅콩이라고 합니다</a:t>
            </a:r>
            <a:endParaRPr lang="ko-KR" altLang="en-US" sz="1200" dirty="0">
              <a:solidFill>
                <a:schemeClr val="tx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3954699" y="3557970"/>
            <a:ext cx="1047750" cy="2571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사</a:t>
            </a:r>
            <a:r>
              <a:rPr lang="ko-KR" altLang="en-US" sz="1200" dirty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진</a:t>
            </a:r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 수정</a:t>
            </a:r>
            <a:endParaRPr lang="ko-KR" altLang="en-US" sz="1200" dirty="0">
              <a:solidFill>
                <a:schemeClr val="accent3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080758" y="3557969"/>
            <a:ext cx="1047750" cy="2571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배</a:t>
            </a:r>
            <a:r>
              <a:rPr lang="ko-KR" altLang="en-US" sz="1200" dirty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경</a:t>
            </a:r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 수정</a:t>
            </a:r>
            <a:endParaRPr lang="ko-KR" altLang="en-US" sz="1200" dirty="0">
              <a:solidFill>
                <a:schemeClr val="accent3"/>
              </a:solidFill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27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479109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523334" y="2313311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6" y="3383009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98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6" y="503550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98354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23336" y="2847492"/>
            <a:ext cx="98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색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513" y="1584588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478574" y="1584588"/>
            <a:ext cx="5141676" cy="1632236"/>
          </a:xfrm>
          <a:prstGeom prst="rect">
            <a:avLst/>
          </a:prstGeom>
          <a:noFill/>
          <a:ln>
            <a:solidFill>
              <a:srgbClr val="ECA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200" dirty="0" smtClean="0">
                <a:solidFill>
                  <a:schemeClr val="accent3"/>
                </a:solidFill>
                <a:latin typeface="HY강M" pitchFamily="18" charset="-127"/>
                <a:ea typeface="HY강M" pitchFamily="18" charset="-127"/>
              </a:rPr>
              <a:t>오늘 무슨 일이 있었나요</a:t>
            </a:r>
            <a:r>
              <a:rPr lang="en-US" altLang="ko-KR" sz="1200" dirty="0" smtClean="0">
                <a:solidFill>
                  <a:schemeClr val="accent3"/>
                </a:solidFill>
                <a:latin typeface="HY강M" pitchFamily="18" charset="-127"/>
                <a:ea typeface="HY강M" pitchFamily="18" charset="-127"/>
              </a:rPr>
              <a:t>??</a:t>
            </a:r>
          </a:p>
          <a:p>
            <a:r>
              <a:rPr lang="ko-KR" altLang="en-US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오늘은 </a:t>
            </a:r>
            <a:r>
              <a:rPr lang="ko-KR" altLang="en-US" sz="1200" dirty="0" err="1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민트초코</a:t>
            </a:r>
            <a:r>
              <a:rPr lang="ko-KR" altLang="en-US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 </a:t>
            </a:r>
            <a:r>
              <a:rPr lang="ko-KR" altLang="en-US" sz="1200" dirty="0" err="1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아몬드를</a:t>
            </a:r>
            <a:r>
              <a:rPr lang="ko-KR" altLang="en-US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 먹었다</a:t>
            </a:r>
            <a:r>
              <a:rPr lang="en-US" altLang="ko-KR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.</a:t>
            </a:r>
          </a:p>
          <a:p>
            <a:r>
              <a:rPr lang="ko-KR" altLang="en-US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막상 먹어보니 맛이</a:t>
            </a:r>
            <a:r>
              <a:rPr lang="en-US" altLang="ko-KR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…</a:t>
            </a:r>
          </a:p>
          <a:p>
            <a:r>
              <a:rPr lang="ko-KR" altLang="en-US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앗 아아</a:t>
            </a:r>
            <a:r>
              <a:rPr lang="en-US" altLang="ko-KR" sz="1200" dirty="0" smtClean="0">
                <a:solidFill>
                  <a:schemeClr val="tx1"/>
                </a:solidFill>
                <a:latin typeface="HY강M" pitchFamily="18" charset="-127"/>
                <a:ea typeface="HY강M" pitchFamily="18" charset="-127"/>
              </a:rPr>
              <a:t>…..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8572500" y="3310500"/>
            <a:ext cx="1047750" cy="2571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올리기</a:t>
            </a:r>
            <a:endParaRPr lang="ko-KR" altLang="en-US" sz="1200" dirty="0">
              <a:solidFill>
                <a:schemeClr val="accent3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478574" y="3296775"/>
            <a:ext cx="1047750" cy="2571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accent3"/>
                </a:solidFill>
                <a:latin typeface="HY강B" pitchFamily="18" charset="-127"/>
                <a:ea typeface="HY강B" pitchFamily="18" charset="-127"/>
              </a:rPr>
              <a:t>사진 추가</a:t>
            </a:r>
            <a:endParaRPr lang="ko-KR" altLang="en-US" sz="1200" dirty="0">
              <a:solidFill>
                <a:schemeClr val="accent3"/>
              </a:solidFill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8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4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진행상황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480442"/>
              </p:ext>
            </p:extLst>
          </p:nvPr>
        </p:nvGraphicFramePr>
        <p:xfrm>
          <a:off x="249382" y="1615653"/>
          <a:ext cx="11637840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98548"/>
                <a:gridCol w="1416817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</a:tblGrid>
              <a:tr h="370840">
                <a:tc rowSpan="2" gridSpan="2"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요구사항 분석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프로젝트개요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메뉴설계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ERD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기획 및 설계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테이블 설계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화면구성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구현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코딩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solidFill>
                          <a:srgbClr val="C6A97B"/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solidFill>
                          <a:srgbClr val="C6A97B"/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solidFill>
                          <a:srgbClr val="C6A97B"/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solidFill>
                          <a:srgbClr val="C6A97B"/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solidFill>
                          <a:srgbClr val="C6A97B"/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화면 디자인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테스트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테스트</a:t>
                      </a:r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/</a:t>
                      </a:r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수정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최종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최종발표</a:t>
                      </a:r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/</a:t>
                      </a:r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시연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78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E879D038-0D20-4E4C-9512-E80D62B31392}"/>
              </a:ext>
            </a:extLst>
          </p:cNvPr>
          <p:cNvSpPr/>
          <p:nvPr/>
        </p:nvSpPr>
        <p:spPr>
          <a:xfrm>
            <a:off x="487050" y="459556"/>
            <a:ext cx="11217897" cy="5938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161B78E-D4DE-46BD-90F5-09BF3EC5BF15}"/>
              </a:ext>
            </a:extLst>
          </p:cNvPr>
          <p:cNvSpPr txBox="1"/>
          <p:nvPr/>
        </p:nvSpPr>
        <p:spPr>
          <a:xfrm>
            <a:off x="3768279" y="2921168"/>
            <a:ext cx="4655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</a:rPr>
              <a:t>감사합니다 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</a:t>
            </a:r>
            <a:endParaRPr lang="ko-KR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대각선 줄무늬 7">
            <a:extLst>
              <a:ext uri="{FF2B5EF4-FFF2-40B4-BE49-F238E27FC236}">
                <a16:creationId xmlns="" xmlns:a16="http://schemas.microsoft.com/office/drawing/2014/main" id="{5F8112C1-514E-4093-913A-C021DE95F80B}"/>
              </a:ext>
            </a:extLst>
          </p:cNvPr>
          <p:cNvSpPr/>
          <p:nvPr/>
        </p:nvSpPr>
        <p:spPr>
          <a:xfrm>
            <a:off x="0" y="0"/>
            <a:ext cx="2809188" cy="2809188"/>
          </a:xfrm>
          <a:prstGeom prst="diagStripe">
            <a:avLst>
              <a:gd name="adj" fmla="val 71141"/>
            </a:avLst>
          </a:prstGeom>
          <a:solidFill>
            <a:srgbClr val="C6A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대각선 줄무늬 8">
            <a:extLst>
              <a:ext uri="{FF2B5EF4-FFF2-40B4-BE49-F238E27FC236}">
                <a16:creationId xmlns="" xmlns:a16="http://schemas.microsoft.com/office/drawing/2014/main" id="{4AC7A1D0-7CC6-4878-89EE-3F659223762C}"/>
              </a:ext>
            </a:extLst>
          </p:cNvPr>
          <p:cNvSpPr/>
          <p:nvPr/>
        </p:nvSpPr>
        <p:spPr>
          <a:xfrm rot="10800000">
            <a:off x="9382812" y="4048811"/>
            <a:ext cx="2809188" cy="2809188"/>
          </a:xfrm>
          <a:prstGeom prst="diagStripe">
            <a:avLst>
              <a:gd name="adj" fmla="val 71141"/>
            </a:avLst>
          </a:prstGeom>
          <a:solidFill>
            <a:srgbClr val="C6A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4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170551111">
      <a:dk1>
        <a:sysClr val="windowText" lastClr="000000"/>
      </a:dk1>
      <a:lt1>
        <a:sysClr val="window" lastClr="FFFFFF"/>
      </a:lt1>
      <a:dk2>
        <a:srgbClr val="595959"/>
      </a:dk2>
      <a:lt2>
        <a:srgbClr val="EEECE1"/>
      </a:lt2>
      <a:accent1>
        <a:srgbClr val="5397A2"/>
      </a:accent1>
      <a:accent2>
        <a:srgbClr val="014E6A"/>
      </a:accent2>
      <a:accent3>
        <a:srgbClr val="EDA762"/>
      </a:accent3>
      <a:accent4>
        <a:srgbClr val="8D7F76"/>
      </a:accent4>
      <a:accent5>
        <a:srgbClr val="ADADAD"/>
      </a:accent5>
      <a:accent6>
        <a:srgbClr val="E1D5CE"/>
      </a:accent6>
      <a:hlink>
        <a:srgbClr val="262626"/>
      </a:hlink>
      <a:folHlink>
        <a:srgbClr val="262626"/>
      </a:folHlink>
    </a:clrScheme>
    <a:fontScheme name="사용자 지정 1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1322</TotalTime>
  <Words>323</Words>
  <Application>Microsoft Office PowerPoint</Application>
  <PresentationFormat>사용자 지정</PresentationFormat>
  <Paragraphs>232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굴림</vt:lpstr>
      <vt:lpstr>Arial</vt:lpstr>
      <vt:lpstr>HY강M</vt:lpstr>
      <vt:lpstr>나눔스퀘어라운드 Regular</vt:lpstr>
      <vt:lpstr>HY강B</vt:lpstr>
      <vt:lpstr>HY나무B</vt:lpstr>
      <vt:lpstr>맑은 고딕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HP</cp:lastModifiedBy>
  <cp:revision>171</cp:revision>
  <dcterms:created xsi:type="dcterms:W3CDTF">2015-01-21T11:35:38Z</dcterms:created>
  <dcterms:modified xsi:type="dcterms:W3CDTF">2021-03-04T01:55:51Z</dcterms:modified>
</cp:coreProperties>
</file>